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a4a5f92bdb10ef78.png"/>
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a4a5f92bdb10ef78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7450" y="228600"/>
            <a:ext cx="1885950" cy="1276350"/>
          </a:xfrm>
          <a:prstGeom prst="rect">
            <a:avLst/>
          </a:prstGeom>
        </p:spPr>
      </p:pic>
      <p:sp>
        <p:nvSpPr>
          <p:cNvPr id="3" name="hero-slot Placeholder"/>
          <p:cNvSpPr>
            <a:spLocks noGrp="1"/>
          </p:cNvSpPr>
          <p:nvPr>
            <p:ph type="pic" idx="1"/>
          </p:nvPr>
        </p:nvSpPr>
        <p:spPr>
          <a:xfrm>
            <a:off x="0" y="171450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762000" y="24765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500"/>
            </a:lvl1pPr>
          </a:lstStyle>
          <a:p>
            <a:pPr algn="ctr"/>
            <a:r>
              <a:rPr lang="en-US" sz="4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5" name="subtitle-slot Placeholder"/>
          <p:cNvSpPr>
            <a:spLocks noGrp="1"/>
          </p:cNvSpPr>
          <p:nvPr>
            <p:ph type="subTitle" idx="2"/>
          </p:nvPr>
        </p:nvSpPr>
        <p:spPr>
          <a:xfrm>
            <a:off x="2286000" y="38481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Click to add subtitle</a:t>
            </a:r>
            <a:endParaRPr lang="en-US"/>
          </a:p>
        </p:txBody>
      </p:sp>
      <p:sp>
        <p:nvSpPr>
          <p:cNvPr id="6" name="date-slot Placeholder"/>
          <p:cNvSpPr>
            <a:spLocks noGrp="1"/>
          </p:cNvSpPr>
          <p:nvPr>
            <p:ph type="dt" idx="3"/>
          </p:nvPr>
        </p:nvSpPr>
        <p:spPr>
          <a:xfrm>
            <a:off x="4191000" y="45339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500"/>
            </a:lvl1pPr>
          </a:lstStyle>
          <a:p>
            <a:pPr algn="ctr"/>
            <a:fld id="{4B38292C-7792-43D2-B003-21AE09ABA8DF}" type="datetimeFigureOut">
              <a:rPr lang="en-US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580293949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accent Layout"/>
          <p:cNvSpPr/>
          <p:nvPr/>
        </p:nvSpPr>
        <p:spPr>
          <a:xfrm>
            <a:off x="609600" y="457200"/>
            <a:ext cx="7620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page-num-slot Placeholder"/>
          <p:cNvSpPr>
            <a:spLocks noGrp="1"/>
          </p:cNvSpPr>
          <p:nvPr>
            <p:ph type="sldNum" idx="1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3A346905-6D1C-45A0-B482-26E82D5FD8E0}" type="slidenum"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312116399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panel Layout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" name="chapter-num-slot Placeholder"/>
          <p:cNvSpPr>
            <a:spLocks noGrp="1"/>
          </p:cNvSpPr>
          <p:nvPr>
            <p:ph type="body" idx="1"/>
          </p:nvPr>
        </p:nvSpPr>
        <p:spPr>
          <a:xfrm>
            <a:off x="762000" y="238125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200"/>
            </a:lvl1pPr>
          </a:lstStyle>
          <a:p>
            <a:pPr algn="l"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4" name="chapter-title-slot Placeholder"/>
          <p:cNvSpPr>
            <a:spLocks noGrp="1"/>
          </p:cNvSpPr>
          <p:nvPr>
            <p:ph type="title"/>
          </p:nvPr>
        </p:nvSpPr>
        <p:spPr>
          <a:xfrm>
            <a:off x="5143500" y="2667000"/>
            <a:ext cx="6667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l"/>
            <a:r>
              <a:rPr lang="en-US" sz="36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5" name="chapter-desc-slot Placeholder"/>
          <p:cNvSpPr>
            <a:spLocks noGrp="1"/>
          </p:cNvSpPr>
          <p:nvPr>
            <p:ph type="body" idx="2"/>
          </p:nvPr>
        </p:nvSpPr>
        <p:spPr>
          <a:xfrm>
            <a:off x="5143500" y="3810000"/>
            <a:ext cx="6286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6" name="page-num-slot Placeholder"/>
          <p:cNvSpPr>
            <a:spLocks noGrp="1"/>
          </p:cNvSpPr>
          <p:nvPr>
            <p:ph type="sldNum" idx="3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75B60539-CBBB-417E-86D3-53FD541B3D08}" type="slidenum"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83060364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accent Layout"/>
          <p:cNvSpPr/>
          <p:nvPr/>
        </p:nvSpPr>
        <p:spPr>
          <a:xfrm>
            <a:off x="609600" y="457200"/>
            <a:ext cx="7620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body-slot Placeholder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5" name="page-num-slot Placeholder"/>
          <p:cNvSpPr>
            <a:spLocks noGrp="1"/>
          </p:cNvSpPr>
          <p:nvPr>
            <p:ph type="sldNum" idx="2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C21B5611-7563-41EF-BE9E-2996C5715B55}" type="slidenum"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277941405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内容页-双栏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accent Layout"/>
          <p:cNvSpPr/>
          <p:nvPr/>
        </p:nvSpPr>
        <p:spPr>
          <a:xfrm>
            <a:off x="609600" y="457200"/>
            <a:ext cx="7620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body-slot Placeholder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6248400" cy="49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5" name="image-slot Placeholder"/>
          <p:cNvSpPr>
            <a:spLocks noGrp="1"/>
          </p:cNvSpPr>
          <p:nvPr>
            <p:ph type="pic" idx="2"/>
          </p:nvPr>
        </p:nvSpPr>
        <p:spPr>
          <a:xfrm>
            <a:off x="7086600" y="1219200"/>
            <a:ext cx="4495800" cy="4953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age-num-slot Placeholder"/>
          <p:cNvSpPr>
            <a:spLocks noGrp="1"/>
          </p:cNvSpPr>
          <p:nvPr>
            <p:ph type="sldNum" idx="3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9F04624D-434E-4081-AFD2-0FF1C3D249FF}" type="slidenum"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99160651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内容页-大图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-accent Layout"/>
          <p:cNvSpPr/>
          <p:nvPr/>
        </p:nvSpPr>
        <p:spPr>
          <a:xfrm>
            <a:off x="609600" y="457200"/>
            <a:ext cx="7620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media-slot Placeholder"/>
          <p:cNvSpPr>
            <a:spLocks noGrp="1"/>
          </p:cNvSpPr>
          <p:nvPr>
            <p:ph type="pic" idx="1"/>
          </p:nvPr>
        </p:nvSpPr>
        <p:spPr>
          <a:xfrm>
            <a:off x="609600" y="1219200"/>
            <a:ext cx="109728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caption-slot Placeholder"/>
          <p:cNvSpPr>
            <a:spLocks noGrp="1"/>
          </p:cNvSpPr>
          <p:nvPr>
            <p:ph type="body" idx="2"/>
          </p:nvPr>
        </p:nvSpPr>
        <p:spPr>
          <a:xfrm>
            <a:off x="609600" y="52578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6" name="page-num-slot Placeholder"/>
          <p:cNvSpPr>
            <a:spLocks noGrp="1"/>
          </p:cNvSpPr>
          <p:nvPr>
            <p:ph type="sldNum" idx="3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/>
            </a:lvl1pPr>
          </a:lstStyle>
          <a:p>
            <a:pPr algn="r"/>
            <a:fld id="{7FBEE202-C49C-49FE-B615-E8413EB2C887}" type="slidenum"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67670225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logo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143000"/>
            <a:ext cx="1905000" cy="1285875"/>
          </a:xfrm>
          <a:prstGeom prst="rect">
            <a:avLst/>
          </a:prstGeom>
        </p:spPr>
      </p:pic>
      <p:sp>
        <p:nvSpPr>
          <p:cNvPr id="3" name="thank-slot Placeholder"/>
          <p:cNvSpPr>
            <a:spLocks noGrp="1"/>
          </p:cNvSpPr>
          <p:nvPr>
            <p:ph type="body" idx="1"/>
          </p:nvPr>
        </p:nvSpPr>
        <p:spPr>
          <a:xfrm>
            <a:off x="2286000" y="31432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4500"/>
            </a:lvl1pPr>
          </a:lstStyle>
          <a:p>
            <a:pPr algn="ctr" marL="0" indent="0">
              <a:buNone/>
            </a:pPr>
            <a:r>
              <a:rPr lang="en-US" sz="4500" b="1" dirty="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4" name="contact-slot Placeholder"/>
          <p:cNvSpPr>
            <a:spLocks noGrp="1"/>
          </p:cNvSpPr>
          <p:nvPr>
            <p:ph type="body" idx="2"/>
          </p:nvPr>
        </p:nvSpPr>
        <p:spPr>
          <a:xfrm>
            <a:off x="3238500" y="428625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909246071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  <Relationship Id="rId18" Type="http://schemas.openxmlformats.org/officeDocument/2006/relationships/slideLayout" Target="../slideLayouts/slideLayout17.xml"/>
  <Relationship Id="rId19" Type="http://schemas.openxmlformats.org/officeDocument/2006/relationships/slideLayout" Target="../slideLayouts/slideLayout18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中国联通母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copyright Master"/>
          <p:cNvSpPr txBox="1"/>
          <p:nvPr/>
        </p:nvSpPr>
        <p:spPr>
          <a:xfrm>
            <a:off x="10629560" y="6581299"/>
            <a:ext cx="9577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A0A0A0"/>
                </a:solidFill>
                <a:latin typeface="Microsoft YaHei"/>
                <a:ea typeface="Microsoft YaHei"/>
                <a:cs typeface="Microsoft YaHei"/>
              </a:rPr>
              <a:t>© CHINAUNICOM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a4a5f92bdb10ef78.png"/>
  <Relationship Id="rId3" Type="http://schemas.openxmlformats.org/officeDocument/2006/relationships/image" Target="../media/image_753b4277476bfdfa.jp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495e429449a05436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495e429449a05436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  <Relationship Id="rId2" Type="http://schemas.openxmlformats.org/officeDocument/2006/relationships/image" Target="../media/image_a4a5f92bdb10ef78.png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ero-slot Placeholder Carrier"/>
          <p:cNvPicPr>
            <a:picLocks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0" y="1714500"/>
            <a:ext cx="12192000" cy="3429000"/>
          </a:xfrm>
          <a:prstGeom prst="rect">
            <a:avLst/>
          </a:prstGeom>
        </p:spPr>
      </p:pic>
      <p:sp>
        <p:nvSpPr>
          <p:cNvPr id="6" name="title-slot Placeholder Carrier"/>
          <p:cNvSpPr txBox="1"/>
          <p:nvPr>
            <p:ph type="title"/>
          </p:nvPr>
        </p:nvSpPr>
        <p:spPr>
          <a:xfrm>
            <a:off x="762000" y="24765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4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Title</a:t>
            </a:r>
          </a:p>
        </p:txBody>
      </p:sp>
      <p:sp>
        <p:nvSpPr>
          <p:cNvPr id="7" name="subtitle-slot Placeholder Carrier"/>
          <p:cNvSpPr txBox="1"/>
          <p:nvPr>
            <p:ph type="subTitle" idx="2"/>
          </p:nvPr>
        </p:nvSpPr>
        <p:spPr>
          <a:xfrm>
            <a:off x="2286000" y="38481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Subtitle</a:t>
            </a:r>
          </a:p>
        </p:txBody>
      </p:sp>
      <p:sp>
        <p:nvSpPr>
          <p:cNvPr id="8" name="date-slot Placeholder Carrier"/>
          <p:cNvSpPr txBox="1"/>
          <p:nvPr>
            <p:ph type="dt" idx="3"/>
          </p:nvPr>
        </p:nvSpPr>
        <p:spPr>
          <a:xfrm>
            <a:off x="4191000" y="45339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YYYY-MM-DD</a:t>
            </a:r>
          </a:p>
        </p:txBody>
      </p:sp>
      <p:sp>
        <p:nvSpPr>
          <p:cNvPr id="9" name="Freeform 9"/>
          <p:cNvSpPr/>
          <p:nvPr/>
        </p:nvSpPr>
        <p:spPr>
          <a:xfrm>
            <a:off x="10744200" y="4743450"/>
            <a:ext cx="533400" cy="400050"/>
          </a:xfrm>
          <a:prstGeom prst="star4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11296650" y="4305300"/>
            <a:ext cx="381000" cy="285750"/>
          </a:xfrm>
          <a:prstGeom prst="star4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slot Placeholder Carrier"/>
          <p:cNvSpPr txBox="1"/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257425" y="1524000"/>
            <a:ext cx="7677150" cy="933450"/>
            <a:chOff x="2257425" y="1524000"/>
            <a:chExt cx="7677150" cy="933450"/>
          </a:xfrm>
        </p:grpSpPr>
        <p:sp>
          <p:nvSpPr>
            <p:cNvPr id="6" name="Rectangle 6"/>
            <p:cNvSpPr/>
            <p:nvPr/>
          </p:nvSpPr>
          <p:spPr>
            <a:xfrm>
              <a:off x="2257425" y="1524000"/>
              <a:ext cx="1905000" cy="9334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33853" y="1849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第一部分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352925" y="1524000"/>
              <a:ext cx="558165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0A0A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10481" y="1729740"/>
              <a:ext cx="2948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{{TOC_ITEM_1_TITLE}}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13529" y="2118360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80"/>
                  </a:solidFill>
                  <a:latin typeface="Microsoft YaHei"/>
                  <a:ea typeface="Microsoft YaHei"/>
                  <a:cs typeface="Microsoft YaHei"/>
                </a:rPr>
                <a:t>{{TOC_ITEM_1_DESC}}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57425" y="2647950"/>
            <a:ext cx="7677150" cy="933450"/>
            <a:chOff x="2257425" y="2647950"/>
            <a:chExt cx="7677150" cy="933450"/>
          </a:xfrm>
        </p:grpSpPr>
        <p:sp>
          <p:nvSpPr>
            <p:cNvPr id="12" name="Rectangle 12"/>
            <p:cNvSpPr/>
            <p:nvPr/>
          </p:nvSpPr>
          <p:spPr>
            <a:xfrm>
              <a:off x="2257425" y="2647950"/>
              <a:ext cx="1905000" cy="933450"/>
            </a:xfrm>
            <a:prstGeom prst="rect">
              <a:avLst/>
            </a:prstGeom>
            <a:solidFill>
              <a:srgbClr val="E08E7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33853" y="29737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第二部分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52925" y="2647950"/>
              <a:ext cx="558165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0A0A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10481" y="2853690"/>
              <a:ext cx="2948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{{TOC_ITEM_2_TITLE}}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529" y="3242310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80"/>
                  </a:solidFill>
                  <a:latin typeface="Microsoft YaHei"/>
                  <a:ea typeface="Microsoft YaHei"/>
                  <a:cs typeface="Microsoft YaHei"/>
                </a:rPr>
                <a:t>{{TOC_ITEM_2_DESC}}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57425" y="3771900"/>
            <a:ext cx="7677150" cy="933450"/>
            <a:chOff x="2257425" y="3771900"/>
            <a:chExt cx="7677150" cy="933450"/>
          </a:xfrm>
        </p:grpSpPr>
        <p:sp>
          <p:nvSpPr>
            <p:cNvPr id="18" name="Rectangle 18"/>
            <p:cNvSpPr/>
            <p:nvPr/>
          </p:nvSpPr>
          <p:spPr>
            <a:xfrm>
              <a:off x="2257425" y="3771900"/>
              <a:ext cx="1905000" cy="93345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33853" y="40976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第三部分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52925" y="3771900"/>
              <a:ext cx="558165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0A0A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0481" y="3977640"/>
              <a:ext cx="2948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{{TOC_ITEM_3_TITLE}}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3529" y="4366260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80"/>
                  </a:solidFill>
                  <a:latin typeface="Microsoft YaHei"/>
                  <a:ea typeface="Microsoft YaHei"/>
                  <a:cs typeface="Microsoft YaHei"/>
                </a:rPr>
                <a:t>{{TOC_ITEM_3_DESC}}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57425" y="4895850"/>
            <a:ext cx="7677150" cy="933450"/>
            <a:chOff x="2257425" y="4895850"/>
            <a:chExt cx="7677150" cy="933450"/>
          </a:xfrm>
        </p:grpSpPr>
        <p:sp>
          <p:nvSpPr>
            <p:cNvPr id="24" name="Rectangle 24"/>
            <p:cNvSpPr/>
            <p:nvPr/>
          </p:nvSpPr>
          <p:spPr>
            <a:xfrm>
              <a:off x="2257425" y="4895850"/>
              <a:ext cx="1905000" cy="933450"/>
            </a:xfrm>
            <a:prstGeom prst="rect">
              <a:avLst/>
            </a:prstGeom>
            <a:solidFill>
              <a:srgbClr val="E08E7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33853" y="52216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第四部分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52925" y="4895850"/>
              <a:ext cx="558165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A0A0A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0481" y="5101590"/>
              <a:ext cx="2948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{{TOC_ITEM_4_TITLE}}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13529" y="5490210"/>
              <a:ext cx="1821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80"/>
                  </a:solidFill>
                  <a:latin typeface="Microsoft YaHei"/>
                  <a:ea typeface="Microsoft YaHei"/>
                  <a:cs typeface="Microsoft YaHei"/>
                </a:rPr>
                <a:t>{{TOC_ITEM_4_DESC}}</a:t>
              </a:r>
            </a:p>
          </p:txBody>
        </p:sp>
      </p:grpSp>
      <p:sp>
        <p:nvSpPr>
          <p:cNvPr id="30" name="page-num-slot Placeholder Carrier"/>
          <p:cNvSpPr txBox="1"/>
          <p:nvPr>
            <p:ph type="sldNum" idx="1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- 1 -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pter-num-slot Placeholder Carrier"/>
          <p:cNvSpPr txBox="1"/>
          <p:nvPr>
            <p:ph type="body" idx="1"/>
          </p:nvPr>
        </p:nvSpPr>
        <p:spPr>
          <a:xfrm>
            <a:off x="762000" y="238125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chapter-title-slot Placeholder Carrier"/>
          <p:cNvSpPr txBox="1"/>
          <p:nvPr>
            <p:ph type="title"/>
          </p:nvPr>
        </p:nvSpPr>
        <p:spPr>
          <a:xfrm>
            <a:off x="5143500" y="2667000"/>
            <a:ext cx="6667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6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Chapter Title</a:t>
            </a:r>
          </a:p>
        </p:txBody>
      </p:sp>
      <p:sp>
        <p:nvSpPr>
          <p:cNvPr id="7" name="chapter-desc-slot Placeholder Carrier"/>
          <p:cNvSpPr txBox="1"/>
          <p:nvPr>
            <p:ph type="body" idx="2"/>
          </p:nvPr>
        </p:nvSpPr>
        <p:spPr>
          <a:xfrm>
            <a:off x="5143500" y="3810000"/>
            <a:ext cx="6286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Chapter Desc</a:t>
            </a:r>
          </a:p>
        </p:txBody>
      </p:sp>
      <p:sp>
        <p:nvSpPr>
          <p:cNvPr id="8" name="page-num-slot Placeholder Carrier"/>
          <p:cNvSpPr txBox="1"/>
          <p:nvPr>
            <p:ph type="sldNum" idx="3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- 1 -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slot Placeholder Carrier"/>
          <p:cNvSpPr txBox="1"/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sp>
        <p:nvSpPr>
          <p:cNvPr id="6" name="body-slot Placeholder Carrier"/>
          <p:cNvSpPr txBox="1"/>
          <p:nvPr>
            <p:ph type="body" idx="1"/>
          </p:nvPr>
        </p:nvSpPr>
        <p:spPr>
          <a:xfrm>
            <a:off x="609600" y="121920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Content Area</a:t>
            </a:r>
          </a:p>
        </p:txBody>
      </p:sp>
      <p:sp>
        <p:nvSpPr>
          <p:cNvPr id="7" name="page-num-slot Placeholder Carrier"/>
          <p:cNvSpPr txBox="1"/>
          <p:nvPr>
            <p:ph type="sldNum" idx="2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- 1 -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slot Placeholder Carrier"/>
          <p:cNvSpPr txBox="1"/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sp>
        <p:nvSpPr>
          <p:cNvPr id="6" name="body-slot Placeholder Carrier"/>
          <p:cNvSpPr txBox="1"/>
          <p:nvPr>
            <p:ph type="body" idx="1"/>
          </p:nvPr>
        </p:nvSpPr>
        <p:spPr>
          <a:xfrm>
            <a:off x="609600" y="1219200"/>
            <a:ext cx="6248400" cy="495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Content Area</a:t>
            </a:r>
          </a:p>
        </p:txBody>
      </p:sp>
      <p:pic>
        <p:nvPicPr>
          <p:cNvPr id="7" name="image-slot Placeholder Carrier"/>
          <p:cNvPicPr>
            <a:picLocks noChangeAspect="1"/>
          </p:cNvPicPr>
          <p:nvPr>
            <p:ph type="pic" idx="2"/>
          </p:nvPr>
        </p:nvPicPr>
        <p:blipFill>
          <a:blip r:embed="rId2"/>
          <a:srcRect l="20516" t="0" r="20516" b="0"/>
          <a:stretch>
            <a:fillRect/>
          </a:stretch>
        </p:blipFill>
        <p:spPr>
          <a:xfrm>
            <a:off x="7086600" y="1219200"/>
            <a:ext cx="4495800" cy="4953000"/>
          </a:xfrm>
          <a:prstGeom prst="rect">
            <a:avLst/>
          </a:prstGeom>
        </p:spPr>
      </p:pic>
      <p:sp>
        <p:nvSpPr>
          <p:cNvPr id="8" name="page-num-slot Placeholder Carrier"/>
          <p:cNvSpPr txBox="1"/>
          <p:nvPr>
            <p:ph type="sldNum" idx="3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- 1 -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slot Placeholder Carrier"/>
          <p:cNvSpPr txBox="1"/>
          <p:nvPr>
            <p:ph type="title"/>
          </p:nvPr>
        </p:nvSpPr>
        <p:spPr>
          <a:xfrm>
            <a:off x="838200" y="381000"/>
            <a:ext cx="1051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4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Page Title</a:t>
            </a:r>
          </a:p>
        </p:txBody>
      </p:sp>
      <p:pic>
        <p:nvPicPr>
          <p:cNvPr id="6" name="media-slot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3276" r="0" b="23276"/>
          <a:stretch>
            <a:fillRect/>
          </a:stretch>
        </p:blipFill>
        <p:spPr>
          <a:xfrm>
            <a:off x="609600" y="1219200"/>
            <a:ext cx="10972800" cy="3810000"/>
          </a:xfrm>
          <a:prstGeom prst="rect">
            <a:avLst/>
          </a:prstGeom>
        </p:spPr>
      </p:pic>
      <p:sp>
        <p:nvSpPr>
          <p:cNvPr id="7" name="caption-slot Placeholder Carrier"/>
          <p:cNvSpPr txBox="1"/>
          <p:nvPr>
            <p:ph type="body" idx="2"/>
          </p:nvPr>
        </p:nvSpPr>
        <p:spPr>
          <a:xfrm>
            <a:off x="609600" y="52578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Content Area</a:t>
            </a:r>
          </a:p>
        </p:txBody>
      </p:sp>
      <p:sp>
        <p:nvSpPr>
          <p:cNvPr id="8" name="page-num-slot Placeholder Carrier"/>
          <p:cNvSpPr txBox="1"/>
          <p:nvPr>
            <p:ph type="sldNum" idx="3"/>
          </p:nvPr>
        </p:nvSpPr>
        <p:spPr>
          <a:xfrm>
            <a:off x="10287000" y="6286500"/>
            <a:ext cx="1295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r"/>
            <a:r>
              <a:rPr lang="en-US" sz="10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- 1 -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334000" y="2857500"/>
            <a:ext cx="1524000" cy="762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6" name="thank-slot Placeholder Carrier"/>
          <p:cNvSpPr txBox="1"/>
          <p:nvPr>
            <p:ph type="body" idx="1"/>
          </p:nvPr>
        </p:nvSpPr>
        <p:spPr>
          <a:xfrm>
            <a:off x="2286000" y="3143250"/>
            <a:ext cx="7620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 marL="0" indent="0">
              <a:buNone/>
            </a:pPr>
            <a:r>
              <a:rPr lang="en-US" sz="4500" b="1" dirty="0">
                <a:solidFill>
                  <a:srgbClr val="CC0000"/>
                </a:solidFill>
                <a:latin typeface="Microsoft YaHei"/>
                <a:ea typeface="Microsoft YaHei"/>
                <a:cs typeface="Microsoft YaHei"/>
              </a:rPr>
              <a:t>Thank You</a:t>
            </a:r>
          </a:p>
        </p:txBody>
      </p:sp>
      <p:sp>
        <p:nvSpPr>
          <p:cNvPr id="7" name="contact-slot Placeholder Carrier"/>
          <p:cNvSpPr txBox="1"/>
          <p:nvPr>
            <p:ph type="body" idx="2"/>
          </p:nvPr>
        </p:nvSpPr>
        <p:spPr>
          <a:xfrm>
            <a:off x="3238500" y="428625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Contact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2026-09-15T06:09:37Z</dcterms:created>
  <dcterms:modified xsi:type="dcterms:W3CDTF">2026-09-15T06:09:37Z</dcterms:modified>
  <cp:category/>
  <cp:contentStatus/>
</cp:coreProperties>
</file>